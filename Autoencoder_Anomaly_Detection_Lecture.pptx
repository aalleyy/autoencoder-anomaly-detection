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C1E3EC-2E52-4C88-92C8-6CAAC420310D}" v="4" dt="2025-11-27T04:45:54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" userId="1e809369-5cec-4e25-a896-25a99c3a75ee" providerId="ADAL" clId="{782C2310-35B2-4A0E-AFB0-E974107F30E9}"/>
    <pc:docChg chg="undo custSel addSld delSld modSld">
      <pc:chgData name="Ali" userId="1e809369-5cec-4e25-a896-25a99c3a75ee" providerId="ADAL" clId="{782C2310-35B2-4A0E-AFB0-E974107F30E9}" dt="2025-11-27T04:50:33.596" v="168" actId="1076"/>
      <pc:docMkLst>
        <pc:docMk/>
      </pc:docMkLst>
      <pc:sldChg chg="modSp del">
        <pc:chgData name="Ali" userId="1e809369-5cec-4e25-a896-25a99c3a75ee" providerId="ADAL" clId="{782C2310-35B2-4A0E-AFB0-E974107F30E9}" dt="2025-11-27T04:39:02.439" v="4" actId="47"/>
        <pc:sldMkLst>
          <pc:docMk/>
          <pc:sldMk cId="0" sldId="256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39:12.703" v="10" actId="20577"/>
        <pc:sldMkLst>
          <pc:docMk/>
          <pc:sldMk cId="0" sldId="257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57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39:12.703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39:30.825" v="18" actId="20577"/>
        <pc:sldMkLst>
          <pc:docMk/>
          <pc:sldMk cId="0" sldId="258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58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39:30.825" v="18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modSp mod setBg">
        <pc:chgData name="Ali" userId="1e809369-5cec-4e25-a896-25a99c3a75ee" providerId="ADAL" clId="{782C2310-35B2-4A0E-AFB0-E974107F30E9}" dt="2025-11-27T04:50:33.596" v="168" actId="1076"/>
        <pc:sldMkLst>
          <pc:docMk/>
          <pc:sldMk cId="0" sldId="259"/>
        </pc:sldMkLst>
        <pc:spChg chg="mod">
          <ac:chgData name="Ali" userId="1e809369-5cec-4e25-a896-25a99c3a75ee" providerId="ADAL" clId="{782C2310-35B2-4A0E-AFB0-E974107F30E9}" dt="2025-11-27T04:50:33.596" v="168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9:51.058" v="165" actId="1076"/>
          <ac:spMkLst>
            <pc:docMk/>
            <pc:sldMk cId="0" sldId="259"/>
            <ac:spMk id="3" creationId="{00000000-0000-0000-0000-000000000000}"/>
          </ac:spMkLst>
        </pc:spChg>
        <pc:picChg chg="add mod ord modCrop">
          <ac:chgData name="Ali" userId="1e809369-5cec-4e25-a896-25a99c3a75ee" providerId="ADAL" clId="{782C2310-35B2-4A0E-AFB0-E974107F30E9}" dt="2025-11-27T04:49:56.725" v="166" actId="1076"/>
          <ac:picMkLst>
            <pc:docMk/>
            <pc:sldMk cId="0" sldId="259"/>
            <ac:picMk id="5" creationId="{579D198C-DDD3-4A40-B3C6-10256CF42DD3}"/>
          </ac:picMkLst>
        </pc:picChg>
      </pc:sldChg>
      <pc:sldChg chg="modSp mod">
        <pc:chgData name="Ali" userId="1e809369-5cec-4e25-a896-25a99c3a75ee" providerId="ADAL" clId="{782C2310-35B2-4A0E-AFB0-E974107F30E9}" dt="2025-11-27T04:40:01.455" v="32" actId="20577"/>
        <pc:sldMkLst>
          <pc:docMk/>
          <pc:sldMk cId="0" sldId="260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60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0:01.455" v="32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40:12.180" v="38" actId="20577"/>
        <pc:sldMkLst>
          <pc:docMk/>
          <pc:sldMk cId="0" sldId="261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61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0:12.180" v="38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44:52.110" v="122" actId="1035"/>
        <pc:sldMkLst>
          <pc:docMk/>
          <pc:sldMk cId="0" sldId="262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62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4:52.110" v="122" actId="103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40:44.418" v="52" actId="20577"/>
        <pc:sldMkLst>
          <pc:docMk/>
          <pc:sldMk cId="0" sldId="263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63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0:44.418" v="52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43:41.048" v="116"/>
        <pc:sldMkLst>
          <pc:docMk/>
          <pc:sldMk cId="0" sldId="264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64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3:41.048" v="11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42:10.992" v="85" actId="1035"/>
        <pc:sldMkLst>
          <pc:docMk/>
          <pc:sldMk cId="0" sldId="265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65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2:10.992" v="85" actId="103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42:21.658" v="92" actId="20577"/>
        <pc:sldMkLst>
          <pc:docMk/>
          <pc:sldMk cId="0" sldId="266"/>
        </pc:sldMkLst>
        <pc:spChg chg="mod">
          <ac:chgData name="Ali" userId="1e809369-5cec-4e25-a896-25a99c3a75ee" providerId="ADAL" clId="{782C2310-35B2-4A0E-AFB0-E974107F30E9}" dt="2025-11-27T04:37:41.886" v="0"/>
          <ac:spMkLst>
            <pc:docMk/>
            <pc:sldMk cId="0" sldId="266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2:21.658" v="92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Ali" userId="1e809369-5cec-4e25-a896-25a99c3a75ee" providerId="ADAL" clId="{782C2310-35B2-4A0E-AFB0-E974107F30E9}" dt="2025-11-27T04:42:37.527" v="108" actId="20577"/>
        <pc:sldMkLst>
          <pc:docMk/>
          <pc:sldMk cId="0" sldId="267"/>
        </pc:sldMkLst>
        <pc:spChg chg="mod">
          <ac:chgData name="Ali" userId="1e809369-5cec-4e25-a896-25a99c3a75ee" providerId="ADAL" clId="{782C2310-35B2-4A0E-AFB0-E974107F30E9}" dt="2025-11-27T04:42:37.527" v="10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Ali" userId="1e809369-5cec-4e25-a896-25a99c3a75ee" providerId="ADAL" clId="{782C2310-35B2-4A0E-AFB0-E974107F30E9}" dt="2025-11-27T04:42:33.073" v="100" actId="20577"/>
          <ac:spMkLst>
            <pc:docMk/>
            <pc:sldMk cId="0" sldId="267"/>
            <ac:spMk id="3" creationId="{00000000-0000-0000-0000-000000000000}"/>
          </ac:spMkLst>
        </pc:spChg>
      </pc:sldChg>
      <pc:sldChg chg="delSp modSp mod">
        <pc:chgData name="Ali" userId="1e809369-5cec-4e25-a896-25a99c3a75ee" providerId="ADAL" clId="{782C2310-35B2-4A0E-AFB0-E974107F30E9}" dt="2025-11-27T04:43:00.048" v="115" actId="403"/>
        <pc:sldMkLst>
          <pc:docMk/>
          <pc:sldMk cId="0" sldId="268"/>
        </pc:sldMkLst>
        <pc:spChg chg="mod">
          <ac:chgData name="Ali" userId="1e809369-5cec-4e25-a896-25a99c3a75ee" providerId="ADAL" clId="{782C2310-35B2-4A0E-AFB0-E974107F30E9}" dt="2025-11-27T04:43:00.048" v="115" actId="403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Ali" userId="1e809369-5cec-4e25-a896-25a99c3a75ee" providerId="ADAL" clId="{782C2310-35B2-4A0E-AFB0-E974107F30E9}" dt="2025-11-27T04:42:48.441" v="110" actId="478"/>
          <ac:spMkLst>
            <pc:docMk/>
            <pc:sldMk cId="0" sldId="268"/>
            <ac:spMk id="3" creationId="{00000000-0000-0000-0000-000000000000}"/>
          </ac:spMkLst>
        </pc:spChg>
      </pc:sldChg>
      <pc:sldChg chg="modSp add">
        <pc:chgData name="Ali" userId="1e809369-5cec-4e25-a896-25a99c3a75ee" providerId="ADAL" clId="{782C2310-35B2-4A0E-AFB0-E974107F30E9}" dt="2025-11-27T04:38:53.987" v="3"/>
        <pc:sldMkLst>
          <pc:docMk/>
          <pc:sldMk cId="0" sldId="269"/>
        </pc:sldMkLst>
        <pc:spChg chg="mod">
          <ac:chgData name="Ali" userId="1e809369-5cec-4e25-a896-25a99c3a75ee" providerId="ADAL" clId="{782C2310-35B2-4A0E-AFB0-E974107F30E9}" dt="2025-11-27T04:38:53.987" v="3"/>
          <ac:spMkLst>
            <pc:docMk/>
            <pc:sldMk cId="0" sldId="269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1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63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8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31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4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58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7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8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08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5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6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Nov 27,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3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Autoencoder-Based Anomaly Detection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By Ali Raza</a:t>
            </a:r>
          </a:p>
          <a:p>
            <a:r>
              <a:rPr dirty="0"/>
              <a:t>Course: Introduction to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Anomaly Detection?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Identifying unusual patterns not conforming to expected behavior.</a:t>
            </a:r>
          </a:p>
          <a:p>
            <a:r>
              <a:rPr dirty="0"/>
              <a:t>Critical in cybersecurity, fraud detection, intrusion detection.</a:t>
            </a:r>
          </a:p>
          <a:p>
            <a:r>
              <a:rPr dirty="0"/>
              <a:t>Autoencoders learn normal patterns and detect deviations.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Autoencoders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Neural networks trained to reconstruct input data.</a:t>
            </a:r>
          </a:p>
          <a:p>
            <a:r>
              <a:rPr dirty="0"/>
              <a:t>Encoder compresses data → latent space.</a:t>
            </a:r>
          </a:p>
          <a:p>
            <a:r>
              <a:rPr dirty="0"/>
              <a:t>Decoder reconstructs data from latent space.</a:t>
            </a:r>
          </a:p>
          <a:p>
            <a:r>
              <a:rPr dirty="0"/>
              <a:t>Poor reconstruction indicates anomalies.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etwork&#10;&#10;AI-generated content may be incorrect.">
            <a:extLst>
              <a:ext uri="{FF2B5EF4-FFF2-40B4-BE49-F238E27FC236}">
                <a16:creationId xmlns:a16="http://schemas.microsoft.com/office/drawing/2014/main" id="{579D198C-DDD3-4A40-B3C6-10256CF42D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r="5161"/>
          <a:stretch>
            <a:fillRect/>
          </a:stretch>
        </p:blipFill>
        <p:spPr>
          <a:xfrm>
            <a:off x="975301" y="1493541"/>
            <a:ext cx="7193397" cy="38355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388" y="484632"/>
            <a:ext cx="7543800" cy="1609344"/>
          </a:xfrm>
        </p:spPr>
        <p:txBody>
          <a:bodyPr>
            <a:normAutofit/>
          </a:bodyPr>
          <a:lstStyle/>
          <a:p>
            <a:r>
              <a:rPr dirty="0"/>
              <a:t>Autoencoder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40" y="5329083"/>
            <a:ext cx="8921717" cy="916733"/>
          </a:xfrm>
        </p:spPr>
        <p:txBody>
          <a:bodyPr>
            <a:normAutofit/>
          </a:bodyPr>
          <a:lstStyle/>
          <a:p>
            <a:r>
              <a:rPr lang="en-US" dirty="0"/>
              <a:t>Input Layer → Hidden Layers → Bottleneck (latent) → Hidden → Output.</a:t>
            </a:r>
          </a:p>
          <a:p>
            <a:r>
              <a:rPr dirty="0"/>
              <a:t>Bottleneck forces model to learn key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Autoencoders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only on normal (non‑anomalous) data.</a:t>
            </a:r>
          </a:p>
          <a:p>
            <a:r>
              <a:rPr dirty="0"/>
              <a:t>Loss function: Mean Squared Error (MSE).</a:t>
            </a:r>
          </a:p>
          <a:p>
            <a:r>
              <a:rPr dirty="0"/>
              <a:t>Model learns compressed representation of normal patterns.</a:t>
            </a:r>
          </a:p>
          <a:p>
            <a:r>
              <a:rPr dirty="0"/>
              <a:t>High reconstruction error → anomaly.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Autoencoders for Cybersecurity?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Malware/attack behavior differs from normal system behavior.</a:t>
            </a:r>
          </a:p>
          <a:p>
            <a:r>
              <a:rPr dirty="0"/>
              <a:t>Autoencoders detect unusual API calls, traffic patterns, file features.</a:t>
            </a:r>
          </a:p>
          <a:p>
            <a:r>
              <a:rPr dirty="0"/>
              <a:t>Scale well to large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Reconstruction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11576"/>
            <a:ext cx="7772400" cy="4050792"/>
          </a:xfrm>
        </p:spPr>
        <p:txBody>
          <a:bodyPr/>
          <a:lstStyle/>
          <a:p>
            <a:r>
              <a:rPr dirty="0"/>
              <a:t>Compute: </a:t>
            </a:r>
            <a:endParaRPr lang="en-US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dirty="0">
                <a:solidFill>
                  <a:srgbClr val="7030A0"/>
                </a:solidFill>
              </a:rPr>
              <a:t>error = ||x - </a:t>
            </a:r>
            <a:r>
              <a:rPr dirty="0" err="1">
                <a:solidFill>
                  <a:srgbClr val="7030A0"/>
                </a:solidFill>
              </a:rPr>
              <a:t>x_reconstructed</a:t>
            </a:r>
            <a:r>
              <a:rPr dirty="0">
                <a:solidFill>
                  <a:srgbClr val="7030A0"/>
                </a:solidFill>
              </a:rPr>
              <a:t>||²</a:t>
            </a:r>
          </a:p>
          <a:p>
            <a:r>
              <a:rPr dirty="0"/>
              <a:t>Set threshold using validation data.</a:t>
            </a:r>
          </a:p>
          <a:p>
            <a:r>
              <a:rPr dirty="0"/>
              <a:t>error &gt; threshold → anomaly.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Precision, Recall, F1-Score</a:t>
            </a:r>
          </a:p>
          <a:p>
            <a:r>
              <a:rPr dirty="0"/>
              <a:t>ROC-AUC</a:t>
            </a:r>
          </a:p>
          <a:p>
            <a:r>
              <a:rPr dirty="0"/>
              <a:t>Confusion Matrix</a:t>
            </a:r>
          </a:p>
          <a:p>
            <a:r>
              <a:rPr dirty="0"/>
              <a:t>PR Curve — useful for imbalanced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Autoencoder (Keras)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ts val="1425"/>
              </a:lnSpc>
              <a:buNone/>
            </a:pPr>
            <a:r>
              <a:rPr lang="en-US" sz="6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keras</a:t>
            </a:r>
            <a:r>
              <a:rPr lang="en-US" sz="6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6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endParaRPr lang="en-US" sz="6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6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keras</a:t>
            </a:r>
            <a:r>
              <a:rPr lang="en-US" sz="6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6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layers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Dense</a:t>
            </a:r>
            <a:endParaRPr lang="en-US" sz="6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6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6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input_dim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X_train.shape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6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6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input_layer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shape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input_dim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,))</a:t>
            </a:r>
          </a:p>
          <a:p>
            <a:pPr>
              <a:lnSpc>
                <a:spcPts val="1425"/>
              </a:lnSpc>
              <a:buNone/>
            </a:pP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encoded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Dense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activation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6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input_layer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latent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Dense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activation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encoded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decoded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Dense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64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activation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relu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latent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Dense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input_dim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activation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'sigmoid'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decoded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autoencoder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6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input_layer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6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autoencoder</a:t>
            </a:r>
            <a:r>
              <a:rPr lang="en-US" sz="6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6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compile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optimizer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adam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6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loss</a:t>
            </a:r>
            <a:r>
              <a:rPr lang="en-US" sz="6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mse</a:t>
            </a:r>
            <a:r>
              <a:rPr lang="en-US" sz="6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br>
              <a:rPr lang="en-US" sz="6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6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21408"/>
            <a:ext cx="7772400" cy="4050792"/>
          </a:xfrm>
        </p:spPr>
        <p:txBody>
          <a:bodyPr/>
          <a:lstStyle/>
          <a:p>
            <a:r>
              <a:rPr dirty="0"/>
              <a:t>Train autoencoder on normal data only.</a:t>
            </a:r>
          </a:p>
          <a:p>
            <a:r>
              <a:rPr dirty="0"/>
              <a:t>Compute reconstruction error for each sample.</a:t>
            </a:r>
          </a:p>
          <a:p>
            <a:r>
              <a:rPr dirty="0"/>
              <a:t>Compare with anomaly threshold.</a:t>
            </a:r>
          </a:p>
          <a:p>
            <a:r>
              <a:rPr dirty="0"/>
              <a:t>Flag anomalous samples.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Network intrusion detection.</a:t>
            </a:r>
          </a:p>
          <a:p>
            <a:r>
              <a:rPr dirty="0"/>
              <a:t>Malware detection.</a:t>
            </a:r>
          </a:p>
          <a:p>
            <a:r>
              <a:rPr dirty="0"/>
              <a:t>Fraud detection.</a:t>
            </a:r>
          </a:p>
          <a:p>
            <a:r>
              <a:rPr dirty="0"/>
              <a:t>Sensor malfunction detection.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 an autoencoder on any anomaly dataset.</a:t>
            </a:r>
          </a:p>
          <a:p>
            <a:r>
              <a:rPr dirty="0"/>
              <a:t>Plot reconstruction error distribution.</a:t>
            </a:r>
          </a:p>
          <a:p>
            <a:r>
              <a:rPr dirty="0"/>
              <a:t>Set threshold and evaluate anomalies.</a:t>
            </a:r>
          </a:p>
          <a:p>
            <a:r>
              <a:rPr dirty="0"/>
              <a:t>Submit report with visualizations.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84631"/>
            <a:ext cx="7772400" cy="5798181"/>
          </a:xfrm>
        </p:spPr>
        <p:txBody>
          <a:bodyPr>
            <a:normAutofit/>
          </a:bodyPr>
          <a:lstStyle/>
          <a:p>
            <a:pPr algn="ctr"/>
            <a:r>
              <a:rPr sz="5400" dirty="0"/>
              <a:t>Thank You!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</TotalTime>
  <Words>398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Consolas</vt:lpstr>
      <vt:lpstr>Rockwell</vt:lpstr>
      <vt:lpstr>Rockwell Condensed</vt:lpstr>
      <vt:lpstr>Wingdings</vt:lpstr>
      <vt:lpstr>Wood Type</vt:lpstr>
      <vt:lpstr>Autoencoder-Based Anomaly Detection</vt:lpstr>
      <vt:lpstr>What is Anomaly Detection?</vt:lpstr>
      <vt:lpstr>Introduction to Autoencoders</vt:lpstr>
      <vt:lpstr>Autoencoder Architecture</vt:lpstr>
      <vt:lpstr>Training Autoencoders</vt:lpstr>
      <vt:lpstr>Why Autoencoders for Cybersecurity?</vt:lpstr>
      <vt:lpstr>Reconstruction Error</vt:lpstr>
      <vt:lpstr>Evaluation Metrics</vt:lpstr>
      <vt:lpstr>Example Autoencoder (Keras)</vt:lpstr>
      <vt:lpstr>Detecting Anomalies</vt:lpstr>
      <vt:lpstr>Applications</vt:lpstr>
      <vt:lpstr>Practice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</cp:lastModifiedBy>
  <cp:revision>1</cp:revision>
  <dcterms:created xsi:type="dcterms:W3CDTF">2013-01-27T09:14:16Z</dcterms:created>
  <dcterms:modified xsi:type="dcterms:W3CDTF">2025-11-27T04:50:38Z</dcterms:modified>
  <cp:category/>
</cp:coreProperties>
</file>